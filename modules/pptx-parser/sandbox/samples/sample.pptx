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subtitle on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  <a:p>
            <a:r>
              <a:t>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